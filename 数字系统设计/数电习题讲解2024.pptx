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8" r:id="rId13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4" Type="http://schemas.openxmlformats.org/officeDocument/2006/relationships/tableStyles" Target="tableStyles.xml"/><Relationship Id="rId133" Type="http://schemas.openxmlformats.org/officeDocument/2006/relationships/viewProps" Target="viewProps.xml"/><Relationship Id="rId132" Type="http://schemas.openxmlformats.org/officeDocument/2006/relationships/presProps" Target="presProps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8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9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0.jpe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1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jpe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8.jpe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1.jpe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2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3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4.jpe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5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7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8.jpe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9.jpe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0.jpe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1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2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3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4.jpe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5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6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7.jpe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8.jpe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9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0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1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2.jpe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3.jpe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4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5.jpe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6.jpe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7.jpe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8.jpe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9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0.jpe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1.jpe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2.jpe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3.jpe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4.jpe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5.jpe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6.jpe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7.jpe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8.jpe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9.jpe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0.jpe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1.jpeg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2.jpe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3.jpeg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4.jpe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5.jpe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6.jpe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7.jpe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8.jpe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9.jpe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0.jpe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1.jpe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2.jpe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3.jpe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4.jpe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5.jpe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6.jpe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7.jpe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8.jpe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1">
  <a:themeElements>
    <a:clrScheme name="Theme5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129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129</vt:i4>
      </vt:variant>
    </vt:vector>
  </HeadingPairs>
  <TitlesOfParts>
    <vt:vector size="136" baseType="lpstr">
      <vt:lpstr>Arial</vt:lpstr>
      <vt:lpstr>宋体</vt:lpstr>
      <vt:lpstr>Wingdings</vt:lpstr>
      <vt:lpstr>微软雅黑</vt:lpstr>
      <vt:lpstr>Arial Unicode MS</vt:lpstr>
      <vt:lpstr>Calibri</vt:lpstr>
      <vt:lpstr>Theme51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杨晓菡</cp:lastModifiedBy>
  <cp:revision>1</cp:revision>
  <dcterms:created xsi:type="dcterms:W3CDTF">2026-05-31T05:02:34Z</dcterms:created>
  <dcterms:modified xsi:type="dcterms:W3CDTF">2026-05-31T05:02:34Z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363AFEB5C7C744138A06B3B92341E453_12</vt:lpwstr>
  </property>
  <property fmtid="{D5CDD505-2E9C-101B-9397-08002B2CF9AE}" pid="3" name="KSOProductBuildVer">
    <vt:lpwstr>2052-12.1.0.23542</vt:lpwstr>
  </property>
</Properties>
</file>